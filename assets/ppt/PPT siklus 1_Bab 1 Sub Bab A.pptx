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77CE4-C8C3-E200-1B11-5BF6F5AF3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2522F4-7D6D-D882-F34E-5AAB3FF403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7F9F1-C74C-3F58-CB15-E4B728AAC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5BB7-2053-4DB6-8A75-0D01783F9C5C}" type="datetimeFigureOut">
              <a:rPr lang="en-ID" smtClean="0"/>
              <a:t>11/08/2026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3C05C-9CB3-34A3-F714-7E21B99B0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230F0-CD08-CCFB-7C2A-C29AC80BB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035E3-A40B-4BAF-B84D-FD412D51D68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12388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56DEB-11A1-BF37-ABF6-EE4D61342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E3382-9456-B818-FC7D-6D33E063C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69E1B-3122-D34C-8E8A-0A7916BC5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5BB7-2053-4DB6-8A75-0D01783F9C5C}" type="datetimeFigureOut">
              <a:rPr lang="en-ID" smtClean="0"/>
              <a:t>11/08/2026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28306-C324-0DF7-C27E-3AEDFAE6E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5EAB3-7F4B-513D-CB96-130C0CB0D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035E3-A40B-4BAF-B84D-FD412D51D68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7783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01497-D5DD-5E46-CAFF-1D6B1C1A2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22A68-6C26-485D-F698-D956FC92E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DFC5E-9CA5-2690-9BAF-2D406D409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5BB7-2053-4DB6-8A75-0D01783F9C5C}" type="datetimeFigureOut">
              <a:rPr lang="en-ID" smtClean="0"/>
              <a:t>11/08/2026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B9331-8471-A69E-7709-C93DA8097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B2180-9355-ECDE-02EB-70DB1FF5C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035E3-A40B-4BAF-B84D-FD412D51D68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18223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8BA7-BC7D-418A-147C-5D8139C1E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F4E5C-0538-AF26-024C-04970F7735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8FBC86-6596-F01E-32C2-26AAC1E6CE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CB83DF-6DAE-0B35-61D2-5FE0C4C7A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5BB7-2053-4DB6-8A75-0D01783F9C5C}" type="datetimeFigureOut">
              <a:rPr lang="en-ID" smtClean="0"/>
              <a:t>11/08/2026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E86ADA-4124-95D9-4A49-3E428E2D0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AEB819-72E6-7072-4EFD-B24D7C29C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035E3-A40B-4BAF-B84D-FD412D51D68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63934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18352-D78D-8D2A-B0E4-16EF67612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75DEB-F424-FB2B-25ED-6528976E88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787A6F-A6DD-5DED-14B7-C5A64CFC1E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298D77-893D-25A2-0F5E-ECAAF81B46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FBA674-6C44-6BBF-DF90-B864FE26DF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3AE0A1-13F1-65AA-57CE-27E13E28E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5BB7-2053-4DB6-8A75-0D01783F9C5C}" type="datetimeFigureOut">
              <a:rPr lang="en-ID" smtClean="0"/>
              <a:t>11/08/2026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D23E6E-4A15-54BC-5523-BA78B3A29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E31301-7FD6-5369-9DEF-D7655BFD6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035E3-A40B-4BAF-B84D-FD412D51D68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82879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495A3-663B-6B72-BD72-9CE25F293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DCB98D-F21F-3982-243C-CEE459BA5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5BB7-2053-4DB6-8A75-0D01783F9C5C}" type="datetimeFigureOut">
              <a:rPr lang="en-ID" smtClean="0"/>
              <a:t>11/08/2026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6D22BF-3F70-1C20-4818-884BDA711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CFC453-8BCD-F701-22D3-F8AAD4B20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035E3-A40B-4BAF-B84D-FD412D51D68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60803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F87C30-10E1-2FAD-A450-B23E70933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5BB7-2053-4DB6-8A75-0D01783F9C5C}" type="datetimeFigureOut">
              <a:rPr lang="en-ID" smtClean="0"/>
              <a:t>11/08/2026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EA4075-13F0-B6F4-142D-3A45DD2C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2D2589-8BB2-A38D-2105-AFE7812B1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035E3-A40B-4BAF-B84D-FD412D51D68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16460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BC491-473F-2498-A4F1-C83F9620F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5D6A4-C322-C970-75AB-D9A2B7095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8D9E5B-8B7F-2A00-0890-0FDB7774C3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D5E346-CB91-2F76-5032-BC376D021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5BB7-2053-4DB6-8A75-0D01783F9C5C}" type="datetimeFigureOut">
              <a:rPr lang="en-ID" smtClean="0"/>
              <a:t>11/08/2026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D738A6-CFF8-FAB9-B823-798D478AB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A2A5F0-73A4-6966-586C-4348436A8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035E3-A40B-4BAF-B84D-FD412D51D68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87231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9E577-C500-A064-1B1A-1B4B90EE5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F94935-0A81-7C84-A7D1-4B50B33BBC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736FAC-E24D-0743-E99D-8E71DAEE21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14152-6134-4E71-3B6B-C6851D231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5BB7-2053-4DB6-8A75-0D01783F9C5C}" type="datetimeFigureOut">
              <a:rPr lang="en-ID" smtClean="0"/>
              <a:t>11/08/2026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045B2B-83BC-05A7-9495-133594B2C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2ADBA-747F-92D4-494D-DCAE10DF5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035E3-A40B-4BAF-B84D-FD412D51D68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25488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EC235-7C19-FAC4-5215-44AD51392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4A3889-DFB7-4875-C26D-CCDEE5E8A3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20053-3EDC-29A6-307D-1B42ADEF6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5BB7-2053-4DB6-8A75-0D01783F9C5C}" type="datetimeFigureOut">
              <a:rPr lang="en-ID" smtClean="0"/>
              <a:t>11/08/2026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C3933-98AD-46AE-942D-C2B4A7562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C2F48-AA74-4848-2CBB-B75BCD6F3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035E3-A40B-4BAF-B84D-FD412D51D68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79533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060A1D-0775-B745-E304-4166054481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71826D-3547-55E7-1863-DE9E721C96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96303-A4D1-F704-0CC5-51DB1D3B4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5BB7-2053-4DB6-8A75-0D01783F9C5C}" type="datetimeFigureOut">
              <a:rPr lang="en-ID" smtClean="0"/>
              <a:t>11/08/2026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BF6D7-B4C6-243F-C25A-F1C33F744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DF2BA-F16F-53B1-76C8-072D5B4A7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035E3-A40B-4BAF-B84D-FD412D51D68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20439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504170-B7AF-9149-9094-54AD728D4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CBE74-508C-292A-FEE8-A1215CC81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1E992-9A98-F0B2-3A3A-94250EA4F7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585BB7-2053-4DB6-8A75-0D01783F9C5C}" type="datetimeFigureOut">
              <a:rPr lang="en-ID" smtClean="0"/>
              <a:t>11/08/2026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7EFFA-F276-475F-C330-E28DF926D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9271C-8605-D244-25EF-DA8F3852D9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2035E3-A40B-4BAF-B84D-FD412D51D68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40618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ECF54C-0CAD-55FD-C3CF-DAD249A2E4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561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DC136-29F3-BED2-E3F4-6D6D001EC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B7C9FC-DC56-D44A-53F5-1974F74D5D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89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4979B-24B0-C12E-E75F-30177C5A9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4229A9-3422-6BBE-CE5A-C52AF9C2BC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02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91452-1F6B-73E8-0BD0-4261C28E2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D6599F-09B2-3F52-3A55-CF8FD0D409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186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9F9D9-58F8-0805-C1E6-731C1EC08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7BC175-D626-0B0B-0C1A-940EF75A3D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18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LENOVO</cp:lastModifiedBy>
  <cp:revision>1</cp:revision>
  <dcterms:created xsi:type="dcterms:W3CDTF">2026-08-11T11:44:10Z</dcterms:created>
  <dcterms:modified xsi:type="dcterms:W3CDTF">2026-08-11T11:51:16Z</dcterms:modified>
</cp:coreProperties>
</file>