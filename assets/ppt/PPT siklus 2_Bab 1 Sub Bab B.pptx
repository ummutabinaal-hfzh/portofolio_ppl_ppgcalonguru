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68AF-FD80-7441-5051-8B413FBD8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F873-70CF-360F-6DB7-BB6D50000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E637E-D577-3739-09CC-3974F416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EF9BD-B21D-0C90-E000-1A94ACDE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FF87-1E2A-E0E7-F820-577542CE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791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F55D-886A-BA09-8170-F1055197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73A8-15E0-F771-06DC-5225EABA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60566-5F39-3023-2B1A-634AC8F5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5F6-DB78-EFEE-A2A9-A5F651CC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BB653-3038-1F57-6D4B-16B1A5AB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700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D6D6-0B97-8C35-E94C-1ED80922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7315E-8F3F-FB20-0198-C7C94851D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250D-C337-8D71-3536-366DE715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7180E-7C87-99A7-AB23-D6397580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50946-2EE0-606C-66F0-8C6B8DBD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58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A9C9-44FC-C943-7D97-77487681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448D-EADD-D2E7-7744-A524EE357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F6069-619B-572F-4AD2-4D59435FC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E85B4-EF52-B72F-8BA1-F3B50E0E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B20FF-3DD0-5021-33D9-5046DACC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B2718-40C2-1D98-3E1C-48610459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61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DA4F-F467-C38F-0540-EE7DF935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FEFA-CFE4-18AA-D671-CEEC6CE94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75837-0E30-4944-8825-567D4A154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2A8F9-178F-4A97-F976-429255C42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43A79-8C0A-A29C-8534-C6A25D904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6998D-E53A-DA99-4D72-6B05F382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E857D-D816-FDD5-CE0E-403F6F79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074EC-39B5-F273-10D4-3482D7A0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758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EE20-CF1B-8D99-1281-C84F2405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C4585-F83F-88AF-B2B5-2BAD7554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46547-1EF2-B4BE-A81A-2955A2E5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000AB-A996-CA23-6CE3-537740A7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358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7849B-ECE0-8615-5658-880797CB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2A098-14ED-BFB4-14BE-52D5B11C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CF2BB-5494-58D8-1F1C-4A2ABBD4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445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AE33-F80F-2596-8F9A-0B4CB951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E8ED3-3120-6E14-2EA4-3AB95D314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67294-14F8-7E5D-7D37-565A2C20E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1E02C-9067-E203-326A-518B06B9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8A1F-2417-7B1E-2015-CAD20FA0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FE368-7009-B3CC-0157-7109B668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40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6D76-14F7-82D7-2E9F-B5D650D4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341D5-AF5C-92EE-49E8-E1980EBD3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B865A-7B87-1351-3138-341411C2E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BB9CF-D9AF-A685-6C8F-35801E82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B2166-C581-0402-B216-A077037F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30A99-57FC-69C0-0759-8D09D7FA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335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34F4-6CF0-B9DC-D076-00FFB495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792BE-1178-4163-F5D7-ECE855A1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29E7-2F57-8620-6369-28EDF085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2B5A-3020-CFBF-1F45-F1C7AAD1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7D8C2-429E-3AE4-5D6A-3332898E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237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018C8-ED01-1EBF-7668-21902145F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A3EEF-9AF7-1E31-ED21-E3B288E6A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C8F31-B724-2D82-691E-EC94A9BE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3FCC-2D4E-96E1-8546-71F8110C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B4B1E-5448-3059-7097-BAA12531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148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C049A-CE7D-F3E9-14F3-DEFC401E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32B52-0005-3CC9-1F31-CF3E81F3A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F3067-D213-0EC5-F362-E38A2C868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995F6-B78A-497E-9F64-C0EF0492FCEA}" type="datetimeFigureOut">
              <a:rPr lang="en-ID" smtClean="0"/>
              <a:t>17/08/2026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860F6-D437-C9F3-25D7-18A6FB95B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DEF5F-606E-3B7D-869F-B88A5FD7F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2E539-E4F8-4C6F-83AB-F5B96E422F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262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3FD0C3-58DD-BA59-4353-21081DFC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30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DA1B2-929C-7E8D-B4D8-7D0A03C16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214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EFDA40-01F7-F3F2-9F4A-389D92EF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71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54028-39A5-6789-B1D1-28FAF63B3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993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14954-E5C5-87BD-A232-EBBA2A861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74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91982F-B360-15A4-C52F-B846EE903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400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hafadzatun adzmi</dc:creator>
  <cp:lastModifiedBy>hafadzatun adzmi</cp:lastModifiedBy>
  <cp:revision>1</cp:revision>
  <dcterms:created xsi:type="dcterms:W3CDTF">2026-08-17T12:23:20Z</dcterms:created>
  <dcterms:modified xsi:type="dcterms:W3CDTF">2026-08-17T12:23:21Z</dcterms:modified>
</cp:coreProperties>
</file>