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56E8-B5A0-98CF-EFB4-0D436D40D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17F5B-2CB4-E7DB-F3F4-E3A010071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F9752-4AB1-E008-6722-181C13981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BFFA-1847-4EC5-B40A-0BC47F150B92}" type="datetimeFigureOut">
              <a:rPr lang="en-ID" smtClean="0"/>
              <a:t>09/10/2026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6593C-3C71-DF24-A4E5-D806F13E5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9ED07-C20D-7122-0C56-A4EAE6EB8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A8-4064-476E-8D1D-88E2518B30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1101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3647E-5A30-4359-AFAA-1D7C4C1C5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A153D-436D-1C0F-CF78-CF528C84B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C4215-B79D-2F8F-636A-28E4B1B8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BFFA-1847-4EC5-B40A-0BC47F150B92}" type="datetimeFigureOut">
              <a:rPr lang="en-ID" smtClean="0"/>
              <a:t>09/10/2026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2371F-F401-7B3A-B72B-C7AD2D54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50B90-1542-1EAF-AA6F-56572811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A8-4064-476E-8D1D-88E2518B30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655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28A8-D6F4-565C-4CB5-FCC3FFFF1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DEA9B-1EDD-21F8-474F-816554C1A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A9F7C-7C5C-0341-8A03-6ACE4E1A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BFFA-1847-4EC5-B40A-0BC47F150B92}" type="datetimeFigureOut">
              <a:rPr lang="en-ID" smtClean="0"/>
              <a:t>09/10/2026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A3425-3491-B800-DB4F-FDAAB6925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6F846-3152-D964-2246-852D03876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A8-4064-476E-8D1D-88E2518B30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0971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9A801-8D4F-AA77-F3E5-1555E3C6F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A622A-344A-F192-A3E7-50DBA50DD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65841-D547-E6D7-4ACB-73BCA1480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3BB56-61F4-60EE-99AB-A2C9A158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BFFA-1847-4EC5-B40A-0BC47F150B92}" type="datetimeFigureOut">
              <a:rPr lang="en-ID" smtClean="0"/>
              <a:t>09/10/2026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E9AEF-23CA-7851-6AEC-FDD297936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419B0-A27F-123B-0C6B-8E7CE9DB2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A8-4064-476E-8D1D-88E2518B30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9787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DD34B-0282-37E9-0645-0DF44D744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49647-FF32-9CD4-4ED7-360845ED1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80819-862B-E18F-D377-AB7F0688E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5FF58-1A9C-023A-FC9E-D5A01FB2E1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032A7-1FC9-A5EE-EE68-B0E45C356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D1C24-E2F1-EB4D-37D3-A8F949760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BFFA-1847-4EC5-B40A-0BC47F150B92}" type="datetimeFigureOut">
              <a:rPr lang="en-ID" smtClean="0"/>
              <a:t>09/10/2026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217222-EBF1-E1C4-B89A-A4CA20F2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82069-CA81-E18A-4ACD-8688C5F3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A8-4064-476E-8D1D-88E2518B30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5279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7715-BA75-807D-B8BB-C4239B31C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B77773-0996-5181-EBD9-E4ACD7D3A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BFFA-1847-4EC5-B40A-0BC47F150B92}" type="datetimeFigureOut">
              <a:rPr lang="en-ID" smtClean="0"/>
              <a:t>09/10/2026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A4636-D5F7-9959-1BA8-2869155F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CBAB5-F781-9906-2524-581F96163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A8-4064-476E-8D1D-88E2518B30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01374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86E4C1-B284-D387-00E9-9B9C853C0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BFFA-1847-4EC5-B40A-0BC47F150B92}" type="datetimeFigureOut">
              <a:rPr lang="en-ID" smtClean="0"/>
              <a:t>09/10/2026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84A443-B7CB-A3B2-EC7C-3C04DCDA1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6E48C-2525-B174-CDE7-1087F22C4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A8-4064-476E-8D1D-88E2518B30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71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ABC7B-D43E-443D-19AD-FFB1DDEAF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2B084-CD8B-712E-959C-5A58EEE2A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4A58E-BFA9-7D84-256F-8FBD08D61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BBA6A-16F4-BA06-9937-25A20C749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BFFA-1847-4EC5-B40A-0BC47F150B92}" type="datetimeFigureOut">
              <a:rPr lang="en-ID" smtClean="0"/>
              <a:t>09/10/2026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D2AAF-1599-1FBF-8863-99DD0F671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5A3E6-80D7-9899-55ED-37EF2C6A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A8-4064-476E-8D1D-88E2518B30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6055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558D7-0F01-C58F-89CA-BA40CC823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3B4784-3A03-2AA9-5FCB-43C11C7641E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92BA6-6FBE-2BB8-BE8B-9CEF9AAD4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FE165-2C62-B88A-B0DB-34077784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BFFA-1847-4EC5-B40A-0BC47F150B92}" type="datetimeFigureOut">
              <a:rPr lang="en-ID" smtClean="0"/>
              <a:t>09/10/2026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45843-3F66-F8C5-AA9E-280F4D57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7B489-1701-4337-7AB5-762E12EF9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A8-4064-476E-8D1D-88E2518B30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4392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2A416-7343-0356-2CF4-62C750582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6E2A4-C86D-6B71-8138-A3CFCC4D2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A1BF2-0520-59AA-2EB3-4E0BB4DB8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BFFA-1847-4EC5-B40A-0BC47F150B92}" type="datetimeFigureOut">
              <a:rPr lang="en-ID" smtClean="0"/>
              <a:t>09/10/2026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DE31B-F3D7-3DE7-AB94-029552B92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95072-311E-C8D1-4DBF-5B5FA5934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A8-4064-476E-8D1D-88E2518B30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486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F5EFFB-7EF0-A743-D832-2F3C0CEEB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B6DFC-A12F-3600-AE98-84A5D704E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21463-08F5-EA86-B291-C7E10894C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BFFA-1847-4EC5-B40A-0BC47F150B92}" type="datetimeFigureOut">
              <a:rPr lang="en-ID" smtClean="0"/>
              <a:t>09/10/2026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B6A11-3A2D-71AE-A8AF-CF56ACCF5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88400-74D4-0BD9-7E3A-B1C130A63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92DA8-4064-476E-8D1D-88E2518B30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8629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DA63A2-092E-FD1B-43A8-8CAD3C36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EC7BB-F294-76C7-3A68-4E431643F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8ED4D-CE42-4201-B95E-7E424D5F8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EBFFA-1847-4EC5-B40A-0BC47F150B92}" type="datetimeFigureOut">
              <a:rPr lang="en-ID" smtClean="0"/>
              <a:t>09/10/2026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6A9E3-EB4F-3410-7C95-B46F50CA6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C3BA8-2574-6E50-76BC-84A7A823C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92DA8-4064-476E-8D1D-88E2518B30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12544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2BD825-7ED7-6C2E-77DD-7DA0A98AB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882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3D3DE-E7EB-BC70-5186-8C54D566B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6027D5-360E-801E-CE5D-C5E3C1F10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01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17B01-5451-E846-E8DC-69890041C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680119-3620-0661-C907-9DF8B3380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14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D99B-8406-59E9-D631-F0356262C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38CD4A-3D8B-6796-BFC3-0C3F837BE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80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28702-07E9-5BA5-5E86-E9B0107CB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2DB7B4-B9A1-1AE6-02D1-8744A89D5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250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A7FAD-6BC2-A8CF-8043-E36CC47BE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1DD143-149F-0FC9-FCE7-D819D7576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"/>
            <a:ext cx="12192000" cy="685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120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31379-8031-9BC5-395F-33895130D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74B3A5-C60C-F0AC-6EBD-B74D29425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478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hafadzatun adzmi</dc:creator>
  <cp:lastModifiedBy>hafadzatun adzmi</cp:lastModifiedBy>
  <cp:revision>1</cp:revision>
  <dcterms:created xsi:type="dcterms:W3CDTF">2026-10-09T07:19:02Z</dcterms:created>
  <dcterms:modified xsi:type="dcterms:W3CDTF">2026-10-09T07:24:29Z</dcterms:modified>
</cp:coreProperties>
</file>