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54305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2" d="100"/>
          <a:sy n="52" d="100"/>
        </p:scale>
        <p:origin x="131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430500" cy="10287000"/>
          </a:xfrm>
          <a:custGeom>
            <a:avLst/>
            <a:gdLst/>
            <a:ahLst/>
            <a:cxnLst/>
            <a:rect l="l" t="t" r="r" b="b"/>
            <a:pathLst>
              <a:path w="15430500" h="102870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430500" cy="10287000"/>
          </a:xfrm>
          <a:custGeom>
            <a:avLst/>
            <a:gdLst/>
            <a:ahLst/>
            <a:cxnLst/>
            <a:rect l="l" t="t" r="r" b="b"/>
            <a:pathLst>
              <a:path w="15430500" h="102870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430500" cy="10287000"/>
          </a:xfrm>
          <a:custGeom>
            <a:avLst/>
            <a:gdLst/>
            <a:ahLst/>
            <a:cxnLst/>
            <a:rect l="l" t="t" r="r" b="b"/>
            <a:pathLst>
              <a:path w="15430500" h="102870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430500" cy="10287000"/>
          </a:xfrm>
          <a:custGeom>
            <a:avLst/>
            <a:gdLst/>
            <a:ahLst/>
            <a:cxnLst/>
            <a:rect l="l" t="t" r="r" b="b"/>
            <a:pathLst>
              <a:path w="15430500" h="102870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430500" cy="10287000"/>
          </a:xfrm>
          <a:custGeom>
            <a:avLst/>
            <a:gdLst/>
            <a:ahLst/>
            <a:cxnLst/>
            <a:rect l="l" t="t" r="r" b="b"/>
            <a:pathLst>
              <a:path w="15430500" h="102870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430500" cy="10287000"/>
          </a:xfrm>
          <a:custGeom>
            <a:avLst/>
            <a:gdLst/>
            <a:ahLst/>
            <a:cxnLst/>
            <a:rect l="l" t="t" r="r" b="b"/>
            <a:pathLst>
              <a:path w="15430500" h="102870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pertemuan 5</dc:title>
  <cp:lastModifiedBy>hafadzatun adzmi</cp:lastModifiedBy>
  <cp:revision>1</cp:revision>
  <dcterms:created xsi:type="dcterms:W3CDTF">2006-08-16T00:00:00Z</dcterms:created>
  <dcterms:modified xsi:type="dcterms:W3CDTF">2026-09-25T00:52:22Z</dcterms:modified>
  <dc:identifier>DAHTV9P1ah4</dc:identifier>
</cp:coreProperties>
</file>