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91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F6145-2963-58EB-F310-4C6E05FA0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6CB731-FDC7-3367-41ED-09033F7EC5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6B08B-211A-81FB-3082-CD5E5A9FA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50F3F-FA9E-4170-8B83-9070F145E970}" type="datetimeFigureOut">
              <a:rPr lang="en-ID" smtClean="0"/>
              <a:t>25/09/2026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54DCD-6AAB-4C09-22D9-3F37CBF48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AA3BC-32DE-4CAD-1263-A33271BAF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DD3E-1770-4370-A769-256EE762F4E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55083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6770E-98B4-4E39-4D5C-A88B47F58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D0FD9-7C9B-EA91-7D52-0F9593351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71AC6-A7B3-0ED0-DC57-F5E7A5110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50F3F-FA9E-4170-8B83-9070F145E970}" type="datetimeFigureOut">
              <a:rPr lang="en-ID" smtClean="0"/>
              <a:t>25/09/2026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9D805-3E0B-B5C3-21AF-0F2C78E43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0E938-F4AA-080E-7AFA-CDA1A2671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DD3E-1770-4370-A769-256EE762F4E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9338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848DF-9637-400D-2E8B-63B7E1465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312418-D64D-70FA-4E7F-A32F3D40D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A269F-5FB0-F788-E3AD-8C32AFA2A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50F3F-FA9E-4170-8B83-9070F145E970}" type="datetimeFigureOut">
              <a:rPr lang="en-ID" smtClean="0"/>
              <a:t>25/09/2026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C9515-89FA-57DE-755D-E735639B9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81832-4340-5F22-DDC8-6A6ECFFA4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DD3E-1770-4370-A769-256EE762F4E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68150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73B22-F385-0C96-7107-3C9AC5F22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52720-5A71-2466-39F7-5E7EE51344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79E798-7167-7FBD-1CDE-F91D65318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CEF867-F80D-6E80-4E8C-5CE6280A5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50F3F-FA9E-4170-8B83-9070F145E970}" type="datetimeFigureOut">
              <a:rPr lang="en-ID" smtClean="0"/>
              <a:t>25/09/2026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164B3-2BDA-1035-F59B-32EFB49B3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FB7579-2B2F-A45F-3077-80756A1F7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DD3E-1770-4370-A769-256EE762F4E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29419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1627A-4F81-0BE1-6C44-8AC751060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9A69E-CB98-9C5E-B952-463FD3775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3EDE30-48E7-9255-BAAD-8EC186E902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C7B412-464E-D8A4-3CBE-DE182FD969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ECFE60-6F8A-EA0B-B63D-FC8BA72CC3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14B692-9DE1-D57B-C4BA-BBD033AA6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50F3F-FA9E-4170-8B83-9070F145E970}" type="datetimeFigureOut">
              <a:rPr lang="en-ID" smtClean="0"/>
              <a:t>25/09/2026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E56318-38DA-BD88-2DD1-747BE8CB3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B65908-E2C3-8819-1AF9-D63AB7268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DD3E-1770-4370-A769-256EE762F4E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60666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3C457-FAD1-5AB4-D165-3C656D5B5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2857FC-D612-83B8-E4DE-873300853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50F3F-FA9E-4170-8B83-9070F145E970}" type="datetimeFigureOut">
              <a:rPr lang="en-ID" smtClean="0"/>
              <a:t>25/09/2026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4E6C1A-3384-414F-9A77-E0833A214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9AA16C-BE28-07CA-3981-558F0C5D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DD3E-1770-4370-A769-256EE762F4E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48810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1CE4C1-8342-6069-9E7A-7F6805946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50F3F-FA9E-4170-8B83-9070F145E970}" type="datetimeFigureOut">
              <a:rPr lang="en-ID" smtClean="0"/>
              <a:t>25/09/2026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4606D2-7354-5926-3993-C8434DB61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A255D-D2B1-BE83-ABE8-648DF4766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DD3E-1770-4370-A769-256EE762F4E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97970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41241-5721-DA8E-E7E1-E356A9563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70691-5561-4C76-7CE0-ADA2A6719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35FA99-8AD0-23D8-4E33-5A4697BC8F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7FED30-1451-89B7-4885-095FC1D0C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50F3F-FA9E-4170-8B83-9070F145E970}" type="datetimeFigureOut">
              <a:rPr lang="en-ID" smtClean="0"/>
              <a:t>25/09/2026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8FF1DE-DF18-309C-CA34-3AB996181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6E4C4D-3254-C816-9AFA-70C1DF322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DD3E-1770-4370-A769-256EE762F4E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7818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7FC60-9168-CDFE-4392-2B069352E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5D09ED-B4BB-87A5-9EEF-ED5C7EDAB2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ACE6A4-4190-4221-2A3E-874C27096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CC75E5-18FE-64A5-446A-2E3EEAE36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50F3F-FA9E-4170-8B83-9070F145E970}" type="datetimeFigureOut">
              <a:rPr lang="en-ID" smtClean="0"/>
              <a:t>25/09/2026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DC9258-7880-DD60-EFCC-C5E0C9C17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C1349-A3C4-0AD6-C1B1-DEE6CAB62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DD3E-1770-4370-A769-256EE762F4E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20580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5C40B-C4B6-DC0C-CF5A-A4BC8F6D9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168188-3D28-F7BE-646D-890EC91802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4CAF4-89B6-BFD1-6844-09D530257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50F3F-FA9E-4170-8B83-9070F145E970}" type="datetimeFigureOut">
              <a:rPr lang="en-ID" smtClean="0"/>
              <a:t>25/09/2026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62EB5-5830-9A55-47E9-EF5713F35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5EF24-9AA5-4C63-21E8-2E8BB7768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DD3E-1770-4370-A769-256EE762F4E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93191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D58972-D655-9137-A8DA-5E13915EFA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486E8E-3411-3A8E-C94E-6C5D288075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5751C-C213-BFE8-324A-FB650F80B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50F3F-FA9E-4170-8B83-9070F145E970}" type="datetimeFigureOut">
              <a:rPr lang="en-ID" smtClean="0"/>
              <a:t>25/09/2026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7C2CA-441F-2AF0-D74D-32E7C7AAB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2E0E0-304A-5773-4BCC-2BA4ED9CC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DD3E-1770-4370-A769-256EE762F4E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70101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72466E-21D9-84C1-DE5D-A0F916A04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AA2FCA-CE5A-E50B-DC49-3766D242DC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00C57-33C6-5E17-4057-6E2747864F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50F3F-FA9E-4170-8B83-9070F145E970}" type="datetimeFigureOut">
              <a:rPr lang="en-ID" smtClean="0"/>
              <a:t>25/09/2026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A345D-0996-A057-8F07-84582163FC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E33-2E13-AF88-0C28-05F153468F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3DD3E-1770-4370-A769-256EE762F4E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0161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F645B-BCA0-1910-ED95-65437E86C3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4AA36E-194D-0A16-A273-3CB898CAEA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FB8E2F-DF1E-8137-FC42-DDEAD6569E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31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64ED18A-606D-809C-26B6-ECBE65B61F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130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18BEB0D-36C0-06AB-972E-7507CECA23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131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BD16EA-CB24-DE44-A108-12BA458E2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781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71716D-1C0E-2BAB-003C-45E3872A77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733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CAF04D-6F31-0E63-A1A2-571AB5D7CA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835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hafadzatun adzmi</dc:creator>
  <cp:lastModifiedBy>hafadzatun adzmi</cp:lastModifiedBy>
  <cp:revision>1</cp:revision>
  <dcterms:created xsi:type="dcterms:W3CDTF">2026-09-25T01:15:15Z</dcterms:created>
  <dcterms:modified xsi:type="dcterms:W3CDTF">2026-09-25T01:43:12Z</dcterms:modified>
</cp:coreProperties>
</file>