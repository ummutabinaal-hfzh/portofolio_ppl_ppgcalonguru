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98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9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300" r:id="rId42"/>
    <p:sldId id="301" r:id="rId43"/>
    <p:sldId id="302" r:id="rId44"/>
    <p:sldId id="303" r:id="rId45"/>
    <p:sldId id="304" r:id="rId46"/>
    <p:sldId id="305" r:id="rId47"/>
    <p:sldId id="330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737"/>
    <a:srgbClr val="FF8989"/>
    <a:srgbClr val="FFB3B3"/>
    <a:srgbClr val="F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AE1F86-1D1F-751F-73A3-FE9F55A043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BFA174-61FE-626B-D30B-7315A8CE9C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9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827885-99E3-162B-63FC-7D3727FA4E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89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CD7179-7B26-27F7-9506-92F499215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3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CAE4B2-F747-8022-DCE9-347F3CC43F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6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DFA76B-7901-ACA3-E6FA-1B0181061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8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E8DD37-5100-45AF-685B-40F19CFB4E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7FBCC6-4124-8ADA-6429-ED9A6C3620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0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C475C2-6F29-DF11-6D2F-750DD1927A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5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715BF-0540-473A-AC4C-841670E6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98E2-06E4-41E2-BB7B-D1B7D68CC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DAE80-196C-46AA-8ABD-A412414F0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493AE-E230-4B1D-8911-0750E39AFBE4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0FF11-3EA3-4580-8C81-9BF752C1A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0915B-6375-4F6A-964D-6F7796FC3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C19E0-BFE8-44DF-9C94-FBB4BB426B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83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D7870D-F81A-A02F-202C-085289D3B0B1}"/>
              </a:ext>
            </a:extLst>
          </p:cNvPr>
          <p:cNvGrpSpPr/>
          <p:nvPr/>
        </p:nvGrpSpPr>
        <p:grpSpPr>
          <a:xfrm>
            <a:off x="3094005" y="2094757"/>
            <a:ext cx="6003983" cy="2668486"/>
            <a:chOff x="3094005" y="2094757"/>
            <a:chExt cx="6003983" cy="2668486"/>
          </a:xfrm>
        </p:grpSpPr>
        <p:sp>
          <p:nvSpPr>
            <p:cNvPr id="2" name="Google Shape;2065;p39">
              <a:extLst>
                <a:ext uri="{FF2B5EF4-FFF2-40B4-BE49-F238E27FC236}">
                  <a16:creationId xmlns:a16="http://schemas.microsoft.com/office/drawing/2014/main" id="{6168A76D-C805-4479-AA50-CEE190992EA9}"/>
                </a:ext>
              </a:extLst>
            </p:cNvPr>
            <p:cNvSpPr txBox="1">
              <a:spLocks/>
            </p:cNvSpPr>
            <p:nvPr/>
          </p:nvSpPr>
          <p:spPr>
            <a:xfrm>
              <a:off x="3756442" y="4433856"/>
              <a:ext cx="4679108" cy="329387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nl-NL" sz="1400" b="1" dirty="0"/>
                <a:t>Untuk SMA/MA/SMK/MAK dan yang Sederajat Kelas XI</a:t>
              </a:r>
            </a:p>
          </p:txBody>
        </p:sp>
        <p:sp>
          <p:nvSpPr>
            <p:cNvPr id="3" name="Google Shape;2066;p39">
              <a:extLst>
                <a:ext uri="{FF2B5EF4-FFF2-40B4-BE49-F238E27FC236}">
                  <a16:creationId xmlns:a16="http://schemas.microsoft.com/office/drawing/2014/main" id="{BEBDB15D-CC88-4E35-B1DD-7D12E6BA0CE9}"/>
                </a:ext>
              </a:extLst>
            </p:cNvPr>
            <p:cNvSpPr txBox="1">
              <a:spLocks/>
            </p:cNvSpPr>
            <p:nvPr/>
          </p:nvSpPr>
          <p:spPr>
            <a:xfrm>
              <a:off x="3094005" y="2094757"/>
              <a:ext cx="6003983" cy="2339099"/>
            </a:xfrm>
            <a:prstGeom prst="rect">
              <a:avLst/>
            </a:prstGeom>
            <a:effectLst>
              <a:outerShdw dist="50800" dir="5400000" algn="ctr" rotWithShape="0">
                <a:srgbClr val="080808"/>
              </a:outerShdw>
            </a:effectLst>
          </p:spPr>
          <p:txBody>
            <a:bodyPr spcFirstLastPara="1" vert="horz" wrap="square" lIns="91425" tIns="45700" rIns="91425" bIns="91425" rtlCol="0" anchor="ctr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Bef>
                  <a:spcPts val="0"/>
                </a:spcBef>
                <a:buClr>
                  <a:schemeClr val="dk1"/>
                </a:buClr>
                <a:buSzPts val="1100"/>
              </a:pPr>
              <a:r>
                <a:rPr lang="en-US" sz="7200" b="1">
                  <a:ln w="19050">
                    <a:solidFill>
                      <a:srgbClr val="080808"/>
                    </a:solidFill>
                  </a:ln>
                  <a:solidFill>
                    <a:schemeClr val="accent4"/>
                  </a:solidFill>
                  <a:latin typeface="Arial Black" panose="020B0A04020102020204" pitchFamily="34" charset="0"/>
                  <a:cs typeface="MV Boli" panose="02000500030200090000" pitchFamily="2" charset="0"/>
                </a:rPr>
                <a:t>Pendidikan Pancasila</a:t>
              </a:r>
              <a:endParaRPr lang="en-ID" sz="7200" b="1" dirty="0">
                <a:ln w="19050">
                  <a:solidFill>
                    <a:srgbClr val="080808"/>
                  </a:solidFill>
                </a:ln>
                <a:solidFill>
                  <a:schemeClr val="accent4"/>
                </a:solidFill>
                <a:latin typeface="Arial Black" panose="020B0A04020102020204" pitchFamily="34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1E44F9-DE8A-DF42-C383-9935A435E152}"/>
              </a:ext>
            </a:extLst>
          </p:cNvPr>
          <p:cNvGrpSpPr/>
          <p:nvPr/>
        </p:nvGrpSpPr>
        <p:grpSpPr>
          <a:xfrm>
            <a:off x="2904226" y="6131799"/>
            <a:ext cx="6383547" cy="483078"/>
            <a:chOff x="3200400" y="6219647"/>
            <a:chExt cx="6383547" cy="48307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FFABF9D-C2B4-E74C-921D-97C7CEDCCAA8}"/>
                </a:ext>
              </a:extLst>
            </p:cNvPr>
            <p:cNvSpPr/>
            <p:nvPr/>
          </p:nvSpPr>
          <p:spPr>
            <a:xfrm>
              <a:off x="3200400" y="6219647"/>
              <a:ext cx="6383547" cy="483078"/>
            </a:xfrm>
            <a:prstGeom prst="round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512399-62DA-4BF0-9FA6-C7B7AD96C72A}"/>
                </a:ext>
              </a:extLst>
            </p:cNvPr>
            <p:cNvSpPr/>
            <p:nvPr/>
          </p:nvSpPr>
          <p:spPr>
            <a:xfrm>
              <a:off x="3563356" y="6261131"/>
              <a:ext cx="565763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algn="ctr">
                <a:defRPr/>
              </a:pPr>
              <a:r>
                <a:rPr lang="en-US" sz="1000" u="sng" dirty="0">
                  <a:solidFill>
                    <a:schemeClr val="bg1"/>
                  </a:solidFill>
                  <a:latin typeface="Arial Rounded MT Bold" panose="020F0704030504030204" pitchFamily="34" charset="0"/>
                  <a:cs typeface="Baloo" panose="03080902040302020200" pitchFamily="66" charset="0"/>
                </a:rPr>
                <a:t>DILARANG MENGGANDAKAN/MEMPERBANYAK SEBAGIAN ATAU SELURUH ISI CD INI TANPA IJIN TERTULIS DARI PENERBIT CV PUTRA NUGRAHA</a:t>
              </a:r>
              <a:endParaRPr lang="id-ID" sz="1000" u="sng" dirty="0">
                <a:solidFill>
                  <a:schemeClr val="bg1"/>
                </a:solidFill>
                <a:latin typeface="Arial Rounded MT Bold" panose="020F0704030504030204" pitchFamily="34" charset="0"/>
                <a:cs typeface="Baloo" panose="03080902040302020200" pitchFamily="66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3B4A6F3-D60A-44E7-AA32-0DEA142D5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073" y="845387"/>
            <a:ext cx="1365865" cy="41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7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4BE5C4E-D1B7-8D9A-AECF-7D8F9EC2D08B}"/>
              </a:ext>
            </a:extLst>
          </p:cNvPr>
          <p:cNvGrpSpPr/>
          <p:nvPr/>
        </p:nvGrpSpPr>
        <p:grpSpPr>
          <a:xfrm>
            <a:off x="4327443" y="335250"/>
            <a:ext cx="3537111" cy="722598"/>
            <a:chOff x="4327443" y="335250"/>
            <a:chExt cx="3537111" cy="722598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BCBB7E6C-E752-5BB6-C4D6-D75D058E2DF6}"/>
                </a:ext>
              </a:extLst>
            </p:cNvPr>
            <p:cNvSpPr/>
            <p:nvPr/>
          </p:nvSpPr>
          <p:spPr>
            <a:xfrm rot="5400000">
              <a:off x="5734700" y="-1072007"/>
              <a:ext cx="722598" cy="3537111"/>
            </a:xfrm>
            <a:custGeom>
              <a:avLst/>
              <a:gdLst/>
              <a:ahLst/>
              <a:cxnLst/>
              <a:rect l="l" t="t" r="r" b="b"/>
              <a:pathLst>
                <a:path w="7412093" h="7833124">
                  <a:moveTo>
                    <a:pt x="0" y="0"/>
                  </a:moveTo>
                  <a:lnTo>
                    <a:pt x="7412093" y="0"/>
                  </a:lnTo>
                  <a:lnTo>
                    <a:pt x="7412093" y="7833124"/>
                  </a:lnTo>
                  <a:lnTo>
                    <a:pt x="0" y="783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2" name="Google Shape;2728;p64">
              <a:extLst>
                <a:ext uri="{FF2B5EF4-FFF2-40B4-BE49-F238E27FC236}">
                  <a16:creationId xmlns:a16="http://schemas.microsoft.com/office/drawing/2014/main" id="{AE2A8102-11A5-47E1-A054-36FF08B9B150}"/>
                </a:ext>
              </a:extLst>
            </p:cNvPr>
            <p:cNvSpPr txBox="1">
              <a:spLocks/>
            </p:cNvSpPr>
            <p:nvPr/>
          </p:nvSpPr>
          <p:spPr>
            <a:xfrm>
              <a:off x="5003348" y="380799"/>
              <a:ext cx="2185303" cy="631500"/>
            </a:xfrm>
            <a:prstGeom prst="rect">
              <a:avLst/>
            </a:prstGeom>
            <a:effectLst>
              <a:outerShdw dist="38100" dir="5400000" algn="ctr" rotWithShape="0">
                <a:srgbClr val="080808"/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Bef>
                  <a:spcPts val="0"/>
                </a:spcBef>
              </a:pPr>
              <a:r>
                <a:rPr lang="en-ID" sz="3200" b="1" dirty="0">
                  <a:ln w="12700">
                    <a:solidFill>
                      <a:srgbClr val="080808"/>
                    </a:solidFill>
                  </a:ln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Daftar Isi</a:t>
              </a:r>
            </a:p>
          </p:txBody>
        </p:sp>
      </p:grpSp>
      <p:sp>
        <p:nvSpPr>
          <p:cNvPr id="3" name="Google Shape;2729;p64">
            <a:extLst>
              <a:ext uri="{FF2B5EF4-FFF2-40B4-BE49-F238E27FC236}">
                <a16:creationId xmlns:a16="http://schemas.microsoft.com/office/drawing/2014/main" id="{AF54A01A-759B-4C36-B39B-97BA3F420F49}"/>
              </a:ext>
            </a:extLst>
          </p:cNvPr>
          <p:cNvSpPr txBox="1"/>
          <p:nvPr/>
        </p:nvSpPr>
        <p:spPr>
          <a:xfrm>
            <a:off x="2499006" y="3242423"/>
            <a:ext cx="1538269" cy="470799"/>
          </a:xfrm>
          <a:prstGeom prst="rect">
            <a:avLst/>
          </a:prstGeom>
          <a:noFill/>
          <a:ln>
            <a:noFill/>
          </a:ln>
          <a:effectLst>
            <a:outerShdw dist="12700" dir="5400000" algn="ctr" rotWithShape="0">
              <a:srgbClr val="080808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D" sz="2800" b="1" dirty="0">
                <a:ln w="12700">
                  <a:solidFill>
                    <a:srgbClr val="080808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ea typeface="Figtree"/>
                <a:cs typeface="Arial" panose="020B0604020202020204" pitchFamily="34" charset="0"/>
                <a:sym typeface="Figtree"/>
              </a:rPr>
              <a:t>BAB 1</a:t>
            </a:r>
            <a:endParaRPr sz="2800" b="1" dirty="0">
              <a:ln w="12700">
                <a:solidFill>
                  <a:srgbClr val="080808"/>
                </a:solidFill>
              </a:ln>
              <a:solidFill>
                <a:srgbClr val="92D050"/>
              </a:solidFill>
              <a:latin typeface="Arial" panose="020B0604020202020204" pitchFamily="34" charset="0"/>
              <a:ea typeface="Figtree"/>
              <a:cs typeface="Arial" panose="020B0604020202020204" pitchFamily="34" charset="0"/>
              <a:sym typeface="Figtree"/>
            </a:endParaRPr>
          </a:p>
        </p:txBody>
      </p:sp>
      <p:sp>
        <p:nvSpPr>
          <p:cNvPr id="4" name="Google Shape;2729;p64">
            <a:extLst>
              <a:ext uri="{FF2B5EF4-FFF2-40B4-BE49-F238E27FC236}">
                <a16:creationId xmlns:a16="http://schemas.microsoft.com/office/drawing/2014/main" id="{982DE1A5-7A25-4FEE-A0D0-EA7D0DB369E3}"/>
              </a:ext>
            </a:extLst>
          </p:cNvPr>
          <p:cNvSpPr txBox="1"/>
          <p:nvPr/>
        </p:nvSpPr>
        <p:spPr>
          <a:xfrm>
            <a:off x="1416393" y="3730479"/>
            <a:ext cx="3703497" cy="631500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rgbClr val="080808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sv-SE" sz="2200" b="1" dirty="0">
                <a:ln w="12700">
                  <a:solidFill>
                    <a:srgbClr val="080808"/>
                  </a:solidFill>
                </a:ln>
                <a:solidFill>
                  <a:schemeClr val="accent2"/>
                </a:solidFill>
                <a:latin typeface="Arial" panose="020B0604020202020204" pitchFamily="34" charset="0"/>
                <a:ea typeface="Figtree"/>
                <a:cs typeface="Arial" panose="020B0604020202020204" pitchFamily="34" charset="0"/>
                <a:sym typeface="Figtree"/>
              </a:rPr>
              <a:t>Menjiwai Pancasila</a:t>
            </a:r>
            <a:endParaRPr sz="2200" b="1" dirty="0">
              <a:ln w="12700">
                <a:solidFill>
                  <a:srgbClr val="080808"/>
                </a:solidFill>
              </a:ln>
              <a:solidFill>
                <a:schemeClr val="accent2"/>
              </a:solidFill>
              <a:latin typeface="Arial" panose="020B0604020202020204" pitchFamily="34" charset="0"/>
              <a:ea typeface="Figtree"/>
              <a:cs typeface="Arial" panose="020B0604020202020204" pitchFamily="34" charset="0"/>
              <a:sym typeface="Figtree"/>
            </a:endParaRPr>
          </a:p>
        </p:txBody>
      </p:sp>
      <p:sp>
        <p:nvSpPr>
          <p:cNvPr id="9" name="Google Shape;2729;p64">
            <a:extLst>
              <a:ext uri="{FF2B5EF4-FFF2-40B4-BE49-F238E27FC236}">
                <a16:creationId xmlns:a16="http://schemas.microsoft.com/office/drawing/2014/main" id="{3E58AEAD-6413-7D47-007C-FDBA120E768E}"/>
              </a:ext>
            </a:extLst>
          </p:cNvPr>
          <p:cNvSpPr txBox="1"/>
          <p:nvPr/>
        </p:nvSpPr>
        <p:spPr>
          <a:xfrm>
            <a:off x="8154718" y="3079127"/>
            <a:ext cx="1538269" cy="470799"/>
          </a:xfrm>
          <a:prstGeom prst="rect">
            <a:avLst/>
          </a:prstGeom>
          <a:noFill/>
          <a:ln>
            <a:noFill/>
          </a:ln>
          <a:effectLst>
            <a:outerShdw dist="12700" dir="5400000" algn="ctr" rotWithShape="0">
              <a:srgbClr val="080808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D" sz="2800" b="1" dirty="0">
                <a:ln w="12700">
                  <a:solidFill>
                    <a:srgbClr val="080808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ea typeface="Figtree"/>
                <a:cs typeface="Arial" panose="020B0604020202020204" pitchFamily="34" charset="0"/>
                <a:sym typeface="Figtree"/>
              </a:rPr>
              <a:t>BAB 2</a:t>
            </a:r>
            <a:endParaRPr sz="2800" b="1" dirty="0">
              <a:ln w="12700">
                <a:solidFill>
                  <a:srgbClr val="080808"/>
                </a:solidFill>
              </a:ln>
              <a:solidFill>
                <a:srgbClr val="92D050"/>
              </a:solidFill>
              <a:latin typeface="Arial" panose="020B0604020202020204" pitchFamily="34" charset="0"/>
              <a:ea typeface="Figtree"/>
              <a:cs typeface="Arial" panose="020B0604020202020204" pitchFamily="34" charset="0"/>
              <a:sym typeface="Figtree"/>
            </a:endParaRPr>
          </a:p>
        </p:txBody>
      </p:sp>
      <p:sp>
        <p:nvSpPr>
          <p:cNvPr id="10" name="Google Shape;2729;p64">
            <a:extLst>
              <a:ext uri="{FF2B5EF4-FFF2-40B4-BE49-F238E27FC236}">
                <a16:creationId xmlns:a16="http://schemas.microsoft.com/office/drawing/2014/main" id="{5A2E18A2-0254-5DCE-4134-BFE0946F4890}"/>
              </a:ext>
            </a:extLst>
          </p:cNvPr>
          <p:cNvSpPr txBox="1"/>
          <p:nvPr/>
        </p:nvSpPr>
        <p:spPr>
          <a:xfrm>
            <a:off x="7072105" y="3567183"/>
            <a:ext cx="3703497" cy="958092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rgbClr val="080808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i-FI" sz="2200" b="1" dirty="0">
                <a:ln w="12700">
                  <a:solidFill>
                    <a:srgbClr val="080808"/>
                  </a:solidFill>
                </a:ln>
                <a:solidFill>
                  <a:schemeClr val="accent2"/>
                </a:solidFill>
                <a:latin typeface="Arial" panose="020B0604020202020204" pitchFamily="34" charset="0"/>
                <a:ea typeface="Figtree"/>
                <a:cs typeface="Arial" panose="020B0604020202020204" pitchFamily="34" charset="0"/>
                <a:sym typeface="Figtree"/>
              </a:rPr>
              <a:t>Demokrasi Berdasarkan UUD NRI Tahun 1945</a:t>
            </a:r>
            <a:endParaRPr lang="sv-SE" sz="2200" b="1" dirty="0">
              <a:ln w="12700">
                <a:solidFill>
                  <a:srgbClr val="080808"/>
                </a:solidFill>
              </a:ln>
              <a:solidFill>
                <a:schemeClr val="accent2"/>
              </a:solidFill>
              <a:latin typeface="Arial" panose="020B0604020202020204" pitchFamily="34" charset="0"/>
              <a:ea typeface="Figtree"/>
              <a:cs typeface="Arial" panose="020B0604020202020204" pitchFamily="34" charset="0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14003579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D13E74-7292-47F1-45A2-C42FDDFDD213}"/>
              </a:ext>
            </a:extLst>
          </p:cNvPr>
          <p:cNvSpPr/>
          <p:nvPr/>
        </p:nvSpPr>
        <p:spPr>
          <a:xfrm>
            <a:off x="519022" y="319178"/>
            <a:ext cx="11153955" cy="6219644"/>
          </a:xfrm>
          <a:prstGeom prst="roundRect">
            <a:avLst>
              <a:gd name="adj" fmla="val 4693"/>
            </a:avLst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DDCF44-4E07-B56E-1BB3-12CA4D744D87}"/>
              </a:ext>
            </a:extLst>
          </p:cNvPr>
          <p:cNvGrpSpPr/>
          <p:nvPr/>
        </p:nvGrpSpPr>
        <p:grpSpPr>
          <a:xfrm>
            <a:off x="707364" y="548786"/>
            <a:ext cx="10777271" cy="5760428"/>
            <a:chOff x="707361" y="353684"/>
            <a:chExt cx="10777271" cy="5760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C31B31B-A67B-4750-AE36-6507E986CDF1}"/>
                </a:ext>
              </a:extLst>
            </p:cNvPr>
            <p:cNvSpPr/>
            <p:nvPr/>
          </p:nvSpPr>
          <p:spPr>
            <a:xfrm>
              <a:off x="707361" y="1174298"/>
              <a:ext cx="10777271" cy="49398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52400" algn="ctr"/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UNDANG-UNDANG REPUBLIK INDONESIA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152400" algn="ctr"/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NOMOR 28 TAHUN 2014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152400" algn="ctr"/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TENTANG HAK CIPTA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152400" algn="ctr"/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PASAL 113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152400" algn="ctr"/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KETENTUAN PIDANA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152400" algn="ctr"/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SANKSI PELANGGARAN</a:t>
              </a:r>
            </a:p>
            <a:p>
              <a:pPr marL="152400" algn="ctr"/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285750" indent="-285750" algn="just" fontAlgn="base">
                <a:buFont typeface="Arial" panose="020B0604020202020204" pitchFamily="34" charset="0"/>
                <a:buChar char="•"/>
              </a:pP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Setiap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Orang yang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dengan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tanpa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melakukan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pelanggaran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ekonomi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sebagaimana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dimaksud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dalam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Pasal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9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ayat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(1)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i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untuk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Penggunaan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Secara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Komersial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dengan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penjara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lama 1 (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satu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)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tahun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denda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banyak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Rp100.000.000 (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seratus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juta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rupiah).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285750" indent="-285750" algn="just" fontAlgn="base">
                <a:buFont typeface="Arial" panose="020B0604020202020204" pitchFamily="34" charset="0"/>
                <a:buChar char="•"/>
              </a:pP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Setiap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Orang yang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dengan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tanpa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tanpa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izin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Pencipta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pemegang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Cipta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melakukan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pelanggaran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ekonomi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Pencipta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sebagaimana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dimaksud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dalam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Pasal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9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ayat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(1)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c,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d,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f,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h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untuk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Penggunaan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Secara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Komersial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dengan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penjara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lama 3 (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tiga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)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tahun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denda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banyak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Rp500.000.000,00 (lima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ratus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juta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rupiah).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285750" indent="-285750" algn="just" fontAlgn="base">
                <a:buFont typeface="Arial" panose="020B0604020202020204" pitchFamily="34" charset="0"/>
                <a:buChar char="•"/>
              </a:pP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Setiap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Orang yang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dengan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tanpa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tanpa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izin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Pencipta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pemegang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Cipta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melakukan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pelanggaran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ekonomi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Pencipta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sebagaimana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dimaksud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dalam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Pasal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9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ayat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(1)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a,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b,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e,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huruf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untuk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Penggunaan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Secara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Komersial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dengan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penjara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lama 4 (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empat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)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tahun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denda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banyak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Rp1.000.000.000,00 (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satu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miliar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rupiah).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285750" indent="-285750" algn="just" fontAlgn="base">
                <a:buFont typeface="Arial" panose="020B0604020202020204" pitchFamily="34" charset="0"/>
                <a:buChar char="•"/>
              </a:pP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Setiap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Orang yang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memenuhi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unsur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sebagaimana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dimaksud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pada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ayat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(3) yang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dilakukan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dalam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bentuk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pembajakan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,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dipidana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dengan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penjara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lama 10 (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sepuluh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)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tahun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dan/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atau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pidana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denda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paling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banyak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Rp4.000.000.000,00 (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empat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ID" sz="1500" b="1" dirty="0" err="1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miliar</a:t>
              </a:r>
              <a:r>
                <a:rPr lang="en-ID" sz="1500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rupiah).</a:t>
              </a:r>
              <a:endParaRPr lang="en-ID" sz="15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3" name="Google Shape;2728;p64">
              <a:extLst>
                <a:ext uri="{FF2B5EF4-FFF2-40B4-BE49-F238E27FC236}">
                  <a16:creationId xmlns:a16="http://schemas.microsoft.com/office/drawing/2014/main" id="{B2C71475-2CAB-4AD6-AEDC-C3CFDA61D534}"/>
                </a:ext>
              </a:extLst>
            </p:cNvPr>
            <p:cNvSpPr txBox="1">
              <a:spLocks/>
            </p:cNvSpPr>
            <p:nvPr/>
          </p:nvSpPr>
          <p:spPr>
            <a:xfrm>
              <a:off x="4806551" y="353684"/>
              <a:ext cx="2578892" cy="631500"/>
            </a:xfrm>
            <a:prstGeom prst="rect">
              <a:avLst/>
            </a:prstGeom>
            <a:noFill/>
            <a:ln>
              <a:noFill/>
            </a:ln>
            <a:effectLst>
              <a:outerShdw dist="38100" dir="5400000" algn="ctr" rotWithShape="0">
                <a:schemeClr val="tx1">
                  <a:lumMod val="85000"/>
                  <a:lumOff val="15000"/>
                </a:scheme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9pPr>
            </a:lstStyle>
            <a:p>
              <a:r>
                <a:rPr lang="en-US" sz="3200" dirty="0">
                  <a:ln w="12700">
                    <a:solidFill>
                      <a:srgbClr val="080808"/>
                    </a:solidFill>
                  </a:ln>
                  <a:solidFill>
                    <a:srgbClr val="FF37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ID" sz="3200" dirty="0" err="1">
                  <a:ln w="12700">
                    <a:solidFill>
                      <a:srgbClr val="080808"/>
                    </a:solidFill>
                  </a:ln>
                  <a:solidFill>
                    <a:srgbClr val="FF37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isclaimer</a:t>
              </a:r>
              <a:endParaRPr lang="en-ID" sz="3200" dirty="0">
                <a:ln w="12700">
                  <a:solidFill>
                    <a:srgbClr val="080808"/>
                  </a:solidFill>
                </a:ln>
                <a:solidFill>
                  <a:srgbClr val="FF373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6957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3301BFB-0C86-4D4F-C9D2-229A4465A706}"/>
              </a:ext>
            </a:extLst>
          </p:cNvPr>
          <p:cNvGrpSpPr/>
          <p:nvPr/>
        </p:nvGrpSpPr>
        <p:grpSpPr>
          <a:xfrm>
            <a:off x="2994803" y="2568065"/>
            <a:ext cx="6202393" cy="1721870"/>
            <a:chOff x="3175958" y="2439826"/>
            <a:chExt cx="6202393" cy="1721870"/>
          </a:xfrm>
        </p:grpSpPr>
        <p:sp>
          <p:nvSpPr>
            <p:cNvPr id="2" name="Google Shape;2728;p64">
              <a:extLst>
                <a:ext uri="{FF2B5EF4-FFF2-40B4-BE49-F238E27FC236}">
                  <a16:creationId xmlns:a16="http://schemas.microsoft.com/office/drawing/2014/main" id="{41AF1F20-847D-480E-98FD-C8DBAECAB7FE}"/>
                </a:ext>
              </a:extLst>
            </p:cNvPr>
            <p:cNvSpPr txBox="1">
              <a:spLocks/>
            </p:cNvSpPr>
            <p:nvPr/>
          </p:nvSpPr>
          <p:spPr>
            <a:xfrm>
              <a:off x="4751725" y="2439826"/>
              <a:ext cx="3050858" cy="631500"/>
            </a:xfrm>
            <a:prstGeom prst="rect">
              <a:avLst/>
            </a:prstGeom>
            <a:noFill/>
            <a:ln>
              <a:noFill/>
            </a:ln>
            <a:effectLst>
              <a:outerShdw dist="38100" dir="5400000" algn="ctr" rotWithShape="0">
                <a:srgbClr val="080808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9pPr>
            </a:lstStyle>
            <a:p>
              <a:r>
                <a:rPr lang="en-US" sz="4400" dirty="0">
                  <a:ln w="12700">
                    <a:solidFill>
                      <a:srgbClr val="080808"/>
                    </a:solidFill>
                  </a:ln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BAB 1</a:t>
              </a:r>
            </a:p>
          </p:txBody>
        </p:sp>
        <p:sp>
          <p:nvSpPr>
            <p:cNvPr id="3" name="Google Shape;2729;p64">
              <a:extLst>
                <a:ext uri="{FF2B5EF4-FFF2-40B4-BE49-F238E27FC236}">
                  <a16:creationId xmlns:a16="http://schemas.microsoft.com/office/drawing/2014/main" id="{41E7534C-6172-40EC-8B97-F8D87392C2B7}"/>
                </a:ext>
              </a:extLst>
            </p:cNvPr>
            <p:cNvSpPr txBox="1"/>
            <p:nvPr/>
          </p:nvSpPr>
          <p:spPr>
            <a:xfrm>
              <a:off x="3175958" y="3071326"/>
              <a:ext cx="6202393" cy="1090370"/>
            </a:xfrm>
            <a:prstGeom prst="rect">
              <a:avLst/>
            </a:prstGeom>
            <a:noFill/>
            <a:ln>
              <a:noFill/>
            </a:ln>
            <a:effectLst>
              <a:outerShdw dist="25400" dir="5400000" algn="ctr" rotWithShape="0">
                <a:srgbClr val="080808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it-IT" sz="4000" b="1" dirty="0">
                  <a:ln w="12700">
                    <a:solidFill>
                      <a:srgbClr val="080808"/>
                    </a:solidFill>
                  </a:ln>
                  <a:solidFill>
                    <a:srgbClr val="00B0F0"/>
                  </a:solidFill>
                  <a:latin typeface="Arial" panose="020B0604020202020204" pitchFamily="34" charset="0"/>
                  <a:ea typeface="Figtree"/>
                  <a:cs typeface="Arial" panose="020B0604020202020204" pitchFamily="34" charset="0"/>
                  <a:sym typeface="Figtree"/>
                </a:rPr>
                <a:t>Menjiwai Pancasila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9257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1B12566-14D2-6E92-7422-C251752DD636}"/>
              </a:ext>
            </a:extLst>
          </p:cNvPr>
          <p:cNvGrpSpPr/>
          <p:nvPr/>
        </p:nvGrpSpPr>
        <p:grpSpPr>
          <a:xfrm>
            <a:off x="8962632" y="1279276"/>
            <a:ext cx="2862318" cy="746057"/>
            <a:chOff x="8654891" y="1442026"/>
            <a:chExt cx="2862318" cy="74605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F603DCF-90BE-0BBF-6BC2-54368D9481BF}"/>
                </a:ext>
              </a:extLst>
            </p:cNvPr>
            <p:cNvSpPr/>
            <p:nvPr/>
          </p:nvSpPr>
          <p:spPr>
            <a:xfrm rot="5400000">
              <a:off x="9724751" y="395625"/>
              <a:ext cx="722598" cy="2862318"/>
            </a:xfrm>
            <a:custGeom>
              <a:avLst/>
              <a:gdLst/>
              <a:ahLst/>
              <a:cxnLst/>
              <a:rect l="l" t="t" r="r" b="b"/>
              <a:pathLst>
                <a:path w="7412093" h="7833124">
                  <a:moveTo>
                    <a:pt x="0" y="0"/>
                  </a:moveTo>
                  <a:lnTo>
                    <a:pt x="7412093" y="0"/>
                  </a:lnTo>
                  <a:lnTo>
                    <a:pt x="7412093" y="7833124"/>
                  </a:lnTo>
                  <a:lnTo>
                    <a:pt x="0" y="783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2" name="Google Shape;2728;p64">
              <a:extLst>
                <a:ext uri="{FF2B5EF4-FFF2-40B4-BE49-F238E27FC236}">
                  <a16:creationId xmlns:a16="http://schemas.microsoft.com/office/drawing/2014/main" id="{F431C80F-6E48-4CB9-A6A8-111E73CEBB1A}"/>
                </a:ext>
              </a:extLst>
            </p:cNvPr>
            <p:cNvSpPr txBox="1">
              <a:spLocks/>
            </p:cNvSpPr>
            <p:nvPr/>
          </p:nvSpPr>
          <p:spPr>
            <a:xfrm>
              <a:off x="8965907" y="1442026"/>
              <a:ext cx="2240287" cy="631500"/>
            </a:xfrm>
            <a:prstGeom prst="rect">
              <a:avLst/>
            </a:prstGeom>
            <a:noFill/>
            <a:ln>
              <a:noFill/>
            </a:ln>
            <a:effectLst>
              <a:outerShdw dist="38100" dir="5400000" algn="ctr" rotWithShape="0">
                <a:srgbClr val="080808"/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3000"/>
                <a:buFont typeface="Figtree"/>
                <a:buNone/>
                <a:defRPr sz="3000" b="1" i="0" u="none" strike="noStrike" cap="none">
                  <a:solidFill>
                    <a:schemeClr val="accent4"/>
                  </a:solidFill>
                  <a:latin typeface="Figtree"/>
                  <a:ea typeface="Figtree"/>
                  <a:cs typeface="Figtree"/>
                  <a:sym typeface="Figtree"/>
                </a:defRPr>
              </a:lvl9pPr>
            </a:lstStyle>
            <a:p>
              <a:r>
                <a:rPr lang="en-US" dirty="0" err="1">
                  <a:ln w="12700">
                    <a:solidFill>
                      <a:srgbClr val="080808"/>
                    </a:solidFill>
                  </a:ln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Apersepsi</a:t>
              </a:r>
              <a:endParaRPr lang="en-ID" dirty="0">
                <a:ln w="12700">
                  <a:solidFill>
                    <a:srgbClr val="080808"/>
                  </a:solidFill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EADE063-9191-4049-9D71-7C3DC7774FBE}"/>
              </a:ext>
            </a:extLst>
          </p:cNvPr>
          <p:cNvSpPr/>
          <p:nvPr/>
        </p:nvSpPr>
        <p:spPr>
          <a:xfrm>
            <a:off x="948900" y="1972436"/>
            <a:ext cx="7082291" cy="258532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indent="457200" algn="just"/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Sudahkah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sikap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perilaku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Anda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menjiwai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kehidupan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sehari-hari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? Anda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tentu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memahami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bahwa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meru­pakan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ideologi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negara Indonesia. Panca­sila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mengandung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nilai-nilai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harus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diaktuali­sasikan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kehidupan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sehari-hari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. Tin­dak­an Anda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warga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negara Indonesia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harus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mencerminkan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nilai-nilai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Pancasila. Sila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pertama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sampai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sila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kelima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saling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berkaitan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Apa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makna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keterkaitan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antar­sila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Pancasila?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Apa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contoh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tindakan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?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Apa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makna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ideologi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negara?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menjiwai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nilai-nilai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Pancasila,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simak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materi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berikut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saksama</a:t>
            </a:r>
            <a:r>
              <a:rPr lang="en-US" dirty="0">
                <a:latin typeface="Times New Roman" panose="02020603050405020304" pitchFamily="18" charset="0"/>
                <a:ea typeface="Mallow" panose="02000603000000000000" pitchFamily="50" charset="0"/>
                <a:cs typeface="Times New Roman" panose="02020603050405020304" pitchFamily="18" charset="0"/>
              </a:rPr>
              <a:t>!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43A623-67C2-4EDF-A40B-68709789EEF9}"/>
              </a:ext>
            </a:extLst>
          </p:cNvPr>
          <p:cNvGrpSpPr/>
          <p:nvPr/>
        </p:nvGrpSpPr>
        <p:grpSpPr>
          <a:xfrm>
            <a:off x="8779612" y="2096985"/>
            <a:ext cx="3228358" cy="2690673"/>
            <a:chOff x="8874502" y="1665667"/>
            <a:chExt cx="3045125" cy="25319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83C3A8F-8A09-4BC6-956A-03775B17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4502" y="1665667"/>
              <a:ext cx="3045125" cy="253197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8F9A42-6185-44EA-9880-6C8CA2901E64}"/>
                </a:ext>
              </a:extLst>
            </p:cNvPr>
            <p:cNvSpPr/>
            <p:nvPr/>
          </p:nvSpPr>
          <p:spPr>
            <a:xfrm>
              <a:off x="9276922" y="2389517"/>
              <a:ext cx="2240287" cy="1440611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613748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4EDF9-AD09-8183-D397-D4583F5EE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1898006"/>
            <a:ext cx="8192643" cy="3648584"/>
          </a:xfrm>
          <a:prstGeom prst="rect">
            <a:avLst/>
          </a:prstGeom>
        </p:spPr>
      </p:pic>
      <p:sp>
        <p:nvSpPr>
          <p:cNvPr id="4" name="Google Shape;2728;p64">
            <a:extLst>
              <a:ext uri="{FF2B5EF4-FFF2-40B4-BE49-F238E27FC236}">
                <a16:creationId xmlns:a16="http://schemas.microsoft.com/office/drawing/2014/main" id="{2C2F67E6-6E70-4FDC-A807-FC933B37EAF2}"/>
              </a:ext>
            </a:extLst>
          </p:cNvPr>
          <p:cNvSpPr txBox="1">
            <a:spLocks/>
          </p:cNvSpPr>
          <p:nvPr/>
        </p:nvSpPr>
        <p:spPr>
          <a:xfrm>
            <a:off x="4173562" y="1141209"/>
            <a:ext cx="3844874" cy="631500"/>
          </a:xfrm>
          <a:prstGeom prst="rect">
            <a:avLst/>
          </a:prstGeom>
          <a:noFill/>
          <a:ln>
            <a:noFill/>
          </a:ln>
          <a:effectLst>
            <a:outerShdw dist="38100" dir="5400000" algn="ctr" rotWithShape="0">
              <a:srgbClr val="080808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en-US" sz="2800" dirty="0" err="1">
                <a:ln w="12700">
                  <a:solidFill>
                    <a:srgbClr val="080808"/>
                  </a:solidFill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Ringkasan</a:t>
            </a:r>
            <a:r>
              <a:rPr lang="en-US" sz="2800" dirty="0">
                <a:ln w="12700">
                  <a:solidFill>
                    <a:srgbClr val="080808"/>
                  </a:solidFill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n w="12700">
                  <a:solidFill>
                    <a:srgbClr val="080808"/>
                  </a:solidFill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</a:t>
            </a:r>
            <a:endParaRPr lang="en-ID" sz="2800" dirty="0">
              <a:ln w="12700">
                <a:solidFill>
                  <a:srgbClr val="080808"/>
                </a:solidFill>
              </a:ln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8426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0C8CA-740E-73E5-4F30-77C976837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252233"/>
            <a:ext cx="7516274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24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86E04-1B8F-183D-A0A3-A7A1CDC3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2028629"/>
            <a:ext cx="750674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94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1DF0-0E7C-810A-430E-78449D09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5A797-7E63-135E-4FDF-971BEC264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1790471"/>
            <a:ext cx="7544853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92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0041-6162-F42E-08BA-DA2726EB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92E69C-D64A-104A-4262-FF6F8056D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2147708"/>
            <a:ext cx="7497221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727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D72D-570D-38AF-D907-5AD08628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735F27-D9DD-1186-D67C-83882DC5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2042919"/>
            <a:ext cx="7497221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58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CDD6-2F5D-EA2F-4CEB-B0A1D79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E37C79-EF67-E8C8-A5C8-C82F26971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15" y="1909550"/>
            <a:ext cx="7478169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53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7F99-E4E1-3538-4A2E-1DE78AEC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957C50-C48A-6EA4-4E38-70EC827CE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15" y="1900024"/>
            <a:ext cx="7478169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25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5F299-FF87-DC87-C3B7-E2894A09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7296C-B321-1473-4096-CF15D0269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1461813"/>
            <a:ext cx="7459116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83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037C-63CF-C4D9-4DD3-10108F21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8DA7E0-641D-2769-15B6-EF5E9E7E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73" y="1876208"/>
            <a:ext cx="7906853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209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E5FBC-9D22-AA8B-F3CB-617BCCE8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AB94B-4481-310F-77BC-FF9780454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195075"/>
            <a:ext cx="7497221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25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BAE55-D28D-F875-27A3-B09CC704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DC1BE7-998E-DE65-833D-CE3D7EDC7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1271286"/>
            <a:ext cx="7916380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99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E67B-8229-55F6-2A77-53546AB9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900F71-BD41-97B2-38FA-270734CCC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2171524"/>
            <a:ext cx="8221222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309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EB079-6DE1-6946-7AA6-3D67CB0C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D1F134-9CD4-B394-9D89-7E49063B3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457050"/>
            <a:ext cx="7468642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607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D9D99-2053-75D2-3A10-90E566383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B51EFF-EB92-8E94-56E0-79FC7A8B7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1342734"/>
            <a:ext cx="7525800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40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9DDC-02F1-91A9-837F-8F0E655C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31E0EE-472E-DA06-23B8-301DD9E09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2061971"/>
            <a:ext cx="7887801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26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41A8-9234-472B-A5AB-6F78A365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CA173-0DF9-4222-F01C-1BCCA5ED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1947656"/>
            <a:ext cx="7459116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21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6DFC-FD79-5F93-7D83-7978945E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F2A8E-F571-443B-CF4A-D411A1E5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1995287"/>
            <a:ext cx="7506748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506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6AC0-548F-AB46-8921-8197E92A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E4E4E1-86C0-1856-C1B7-1B6660268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389" y="1233181"/>
            <a:ext cx="7859222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98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C713-726E-BF0A-F22C-07BF812D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1C94DA-2ECB-A3DA-7389-9ED3AC077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780945"/>
            <a:ext cx="7487695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8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6D875-78D2-89E9-19D8-0CBD22F5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8BE61D-1D14-046B-6CAB-76B33D5FD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389" y="1690445"/>
            <a:ext cx="7859222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62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DB13-A057-E9AC-074C-32FEE431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70E451-B679-4C8F-E5FF-39C374F3D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090286"/>
            <a:ext cx="746864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05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E7C4D-97A7-444E-3ED4-D9935180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8273D-DD27-BA9F-6931-5B6285A93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15" y="2033392"/>
            <a:ext cx="7840169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9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608D-B6EE-2DA0-15A2-10BAAD92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20BC0B-9599-7051-5C24-E832D1B8C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1819050"/>
            <a:ext cx="7506748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285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DDCE1-6ACD-CCF5-FABC-4D675230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6EDDA-80FF-8D3F-7DD4-1D23DAA18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661866"/>
            <a:ext cx="7487695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14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B00C-B691-DC41-30B6-F90495FB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85BDD-F651-AA86-01E3-B6BB32DCE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62" y="2057208"/>
            <a:ext cx="8240275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7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4737-1A0F-D252-98CC-3B93CAB0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CDC29-F2E4-DF30-3BCB-3A05C4A76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28" y="1552313"/>
            <a:ext cx="4972744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37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D625-4C31-F729-8778-14811BFE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FD26E-E648-8CEF-BAB9-314E18C5A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471339"/>
            <a:ext cx="7468642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593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7BB8-B1B4-9212-0989-4E3CE282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9BAB2-83D9-84F6-CEC2-201BF4079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218891"/>
            <a:ext cx="7497221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0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01D2A-9AD7-02DC-B0BD-932CD4EB8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BA31E0-3531-36FF-BE9F-BB1C0DD7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1761892"/>
            <a:ext cx="7868748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7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55987-ECD0-6357-DA5A-93B66D58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1C2B1-09CB-9DEB-D80F-C5A87ABC2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1576129"/>
            <a:ext cx="714474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45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1E863-045E-50A8-8D7B-DFF31B31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B09258-E416-6193-7E6F-13D46743C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1676155"/>
            <a:ext cx="7506748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41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5EB6B-132B-6487-1D13-84871235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A138F4-6C99-A13C-FBD9-E57D138B0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580892"/>
            <a:ext cx="7497221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747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5A347-064C-1C12-F861-6532C3603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EC4778-8E3A-33FE-CEF3-5C51407B7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15" y="1337970"/>
            <a:ext cx="7478169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155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4644-9024-C053-D836-26965874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1F3CE-0193-807A-4D04-B18FD264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05" y="990259"/>
            <a:ext cx="7449590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22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5AB5-9E3E-DDD9-5B83-239642F7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44568-B4D8-D37D-1AE7-CBC9DA009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1799997"/>
            <a:ext cx="7868748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40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3AFAF-84D6-C2A8-A84D-D73349A2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C4E88-8E26-11B6-C703-A0757BEC1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128391"/>
            <a:ext cx="7487695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28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5E6B5-58E2-FB9F-A191-E55C3A8D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7F530-1D17-FA0F-64F0-5F61716E6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195075"/>
            <a:ext cx="7468642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736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429B-AF37-9EB8-C8FF-736023BA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E00EA6-1765-2299-ECC3-5319F173B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1114102"/>
            <a:ext cx="7506748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05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17A0-FAA8-9EC2-B915-029C54B9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8D294E-9683-9EB3-6AF6-A4B8E9A6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538023"/>
            <a:ext cx="7497221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284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8688-936B-4A35-2C8B-5530D0EB0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0725E0-3685-86D1-4B6E-761CB4FA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1404655"/>
            <a:ext cx="7544853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175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B8B3-6368-3876-0173-2F3C1C1A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379B19-2C81-5CD4-96B8-D84137BDF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1804761"/>
            <a:ext cx="8278380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02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7EEA-CF80-76D8-6239-E5988E0F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466A27-41E9-169B-FBC3-24270330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452286"/>
            <a:ext cx="7516274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03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A585E-5D1E-E854-6F05-BD6CFDAD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EEBAB-F461-FB61-92DB-2DB7B0BE9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1819050"/>
            <a:ext cx="7525800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3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F864E-D6AC-7C66-E76A-68678CC6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DE9A6-729E-FDE2-A67D-C3B16A9B4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3" y="1657102"/>
            <a:ext cx="7878274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38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825A4-9EA2-E010-66A2-CB7BA2CB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3D1D4-0EDB-CEFC-BFBA-95918E1DB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1576129"/>
            <a:ext cx="7563906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40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8940-A20A-C1BD-268B-D353FF7F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C7715-B512-04E3-1564-183AD264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1171260"/>
            <a:ext cx="7440063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5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8376-CC12-5B3D-4D62-AC72B842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228769-6822-530F-0C48-AA50D9427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900024"/>
            <a:ext cx="7468642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02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0255-F749-68BF-9496-20E48C3C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2AA0C-F9C4-C9A8-2FC7-A4E1669F3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318918"/>
            <a:ext cx="7468642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112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4D70-739C-8343-4451-BC091F13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CD95C-FDF0-099E-5910-B12431035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1399892"/>
            <a:ext cx="750674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94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720A-8819-2DEE-FA50-821272B6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BF7A4-774D-36B5-B128-1E920BF09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36" y="1590418"/>
            <a:ext cx="7535327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52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AFE41-75FD-1185-2A77-4BD179AA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8212C3-78B2-9617-43C5-22513775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861919"/>
            <a:ext cx="7516274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43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D1C28-4C4C-7315-0B85-3BCBCFCE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307B91-8BA9-36C5-F605-1F0474ADF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990524"/>
            <a:ext cx="7487695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7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C9C8-A5D4-7649-D00E-C1C159FE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B945C-F318-4F8B-64FE-852416346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971471"/>
            <a:ext cx="7516274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97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2C37A-B1D2-3FEA-3BDA-4EDA395B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3F20A8-474C-B354-7F91-369DC5DD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066470"/>
            <a:ext cx="7468642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82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6375C-6283-D29E-7693-5D811350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A614E-5ED2-8595-F5A7-2DA46377A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628523"/>
            <a:ext cx="7487695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286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63B2-BC1A-9BE7-A47C-C5D6EC97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BE133-797C-75F3-0A61-C9B036B64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890498"/>
            <a:ext cx="7516274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32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7EE5D-E529-5B2E-1421-951CA2E3F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B1C48-965E-2045-DAB2-D16F27BE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05" y="1776182"/>
            <a:ext cx="7449590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529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01DBC-D0FE-1113-72D1-F71489F8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799F00-D85A-8EB8-1DD9-29BADF176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2038156"/>
            <a:ext cx="7887801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9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2E84-D108-26A7-A90D-4B09BE92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D7A0FB-B896-8885-BB95-A4866349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599944"/>
            <a:ext cx="746864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891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BD2E-4E39-66AC-CFA9-7F3DF30F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B03F61-3C12-AB75-E61F-C3108CE01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1471339"/>
            <a:ext cx="7430537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91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F8D8D-0086-ECED-9E3B-651580B6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A2627-9DF4-B340-BDC4-1C3696187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2166761"/>
            <a:ext cx="7487695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51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EA519-6733-C012-15A2-A065CAA2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E41E1-7851-B986-C82F-85FDCE04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933366"/>
            <a:ext cx="7468642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52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B0A8-06C1-C32E-45E2-4D73DE97D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0ECEC-3DDE-CDAA-AFF4-43E8CA9DA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461813"/>
            <a:ext cx="748769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21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E0A31-D09E-A004-9936-CDE40B5B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4C965C-806F-D67F-0CEE-6B3B05108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704734"/>
            <a:ext cx="7487695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79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4054-7F9C-2494-FC2F-2265209F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3D6AC-1980-80B6-92B1-32992390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666629"/>
            <a:ext cx="7487695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75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403</Words>
  <Application>Microsoft Office PowerPoint</Application>
  <PresentationFormat>Widescreen</PresentationFormat>
  <Paragraphs>25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Arial</vt:lpstr>
      <vt:lpstr>Arial Black</vt:lpstr>
      <vt:lpstr>Arial Rounded MT Bold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140</cp:revision>
  <dcterms:created xsi:type="dcterms:W3CDTF">2024-10-04T06:20:01Z</dcterms:created>
  <dcterms:modified xsi:type="dcterms:W3CDTF">2026-05-26T04:46:58Z</dcterms:modified>
</cp:coreProperties>
</file>